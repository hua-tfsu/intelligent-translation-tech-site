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de6b0ddea14cec" /><Relationship Type="http://schemas.openxmlformats.org/officeDocument/2006/relationships/extended-properties" Target="/docProps/app.xml" Id="R3c5da9df8ff24524" /><Relationship Type="http://schemas.openxmlformats.org/officeDocument/2006/relationships/officeDocument" Target="/ppt/presentation.xml" Id="Ra09c69558e4b41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46bae64aac4c3b"/>
  </p:sldMasterIdLst>
  <p:notesMasterIdLst>
    <p:notesMasterId xmlns:r="http://schemas.openxmlformats.org/officeDocument/2006/relationships" r:id="Race8ab6927c44c99"/>
  </p:notesMasterIdLst>
  <p:sldIdLst>
    <p:sldId xmlns:r="http://schemas.openxmlformats.org/officeDocument/2006/relationships" id="256" r:id="R1015085613fc4481"/>
    <p:sldId xmlns:r="http://schemas.openxmlformats.org/officeDocument/2006/relationships" id="257" r:id="Rf37a67ac27d446c7"/>
    <p:sldId xmlns:r="http://schemas.openxmlformats.org/officeDocument/2006/relationships" id="258" r:id="R18a574a18c7841e1"/>
    <p:sldId xmlns:r="http://schemas.openxmlformats.org/officeDocument/2006/relationships" id="259" r:id="Re867d9b6fe064040"/>
    <p:sldId xmlns:r="http://schemas.openxmlformats.org/officeDocument/2006/relationships" id="260" r:id="Rc920bd633eb0440d"/>
    <p:sldId xmlns:r="http://schemas.openxmlformats.org/officeDocument/2006/relationships" id="261" r:id="R9d67bcbf69e548d6"/>
    <p:sldId xmlns:r="http://schemas.openxmlformats.org/officeDocument/2006/relationships" id="262" r:id="R2d97fd86c8f54a25"/>
    <p:sldId xmlns:r="http://schemas.openxmlformats.org/officeDocument/2006/relationships" id="263" r:id="R5edf4a2686804077"/>
    <p:sldId xmlns:r="http://schemas.openxmlformats.org/officeDocument/2006/relationships" id="264" r:id="R009eb5b4d79d4ab8"/>
    <p:sldId xmlns:r="http://schemas.openxmlformats.org/officeDocument/2006/relationships" id="265" r:id="Rf52db3c54d4440e1"/>
    <p:sldId xmlns:r="http://schemas.openxmlformats.org/officeDocument/2006/relationships" id="266" r:id="R1188537b66ad4451"/>
    <p:sldId xmlns:r="http://schemas.openxmlformats.org/officeDocument/2006/relationships" id="267" r:id="R07eebbac7522467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46bae64aac4c3b" /><Relationship Type="http://schemas.openxmlformats.org/officeDocument/2006/relationships/theme" Target="/ppt/theme/theme1.xml" Id="Rf583ac278e78467f" /><Relationship Type="http://schemas.openxmlformats.org/officeDocument/2006/relationships/notesMaster" Target="/ppt/notesMasters/notesMaster1.xml" Id="Race8ab6927c44c99" /><Relationship Type="http://schemas.openxmlformats.org/officeDocument/2006/relationships/presProps" Target="/ppt/presProps.xml" Id="R22549c5061354009" /><Relationship Type="http://schemas.openxmlformats.org/officeDocument/2006/relationships/viewProps" Target="/ppt/viewProps.xml" Id="Rf7b6e661dadb49ac" /><Relationship Type="http://schemas.openxmlformats.org/officeDocument/2006/relationships/tableStyles" Target="/ppt/tableStyles.xml" Id="R4f7a311bff334444" /><Relationship Type="http://schemas.openxmlformats.org/officeDocument/2006/relationships/slide" Target="/ppt/slides/slide1.xml" Id="R1015085613fc4481" /><Relationship Type="http://schemas.openxmlformats.org/officeDocument/2006/relationships/slide" Target="/ppt/slides/slide2.xml" Id="Rf37a67ac27d446c7" /><Relationship Type="http://schemas.openxmlformats.org/officeDocument/2006/relationships/slide" Target="/ppt/slides/slide3.xml" Id="R18a574a18c7841e1" /><Relationship Type="http://schemas.openxmlformats.org/officeDocument/2006/relationships/slide" Target="/ppt/slides/slide4.xml" Id="Re867d9b6fe064040" /><Relationship Type="http://schemas.openxmlformats.org/officeDocument/2006/relationships/slide" Target="/ppt/slides/slide5.xml" Id="Rc920bd633eb0440d" /><Relationship Type="http://schemas.openxmlformats.org/officeDocument/2006/relationships/slide" Target="/ppt/slides/slide6.xml" Id="R9d67bcbf69e548d6" /><Relationship Type="http://schemas.openxmlformats.org/officeDocument/2006/relationships/slide" Target="/ppt/slides/slide7.xml" Id="R2d97fd86c8f54a25" /><Relationship Type="http://schemas.openxmlformats.org/officeDocument/2006/relationships/slide" Target="/ppt/slides/slide8.xml" Id="R5edf4a2686804077" /><Relationship Type="http://schemas.openxmlformats.org/officeDocument/2006/relationships/slide" Target="/ppt/slides/slide9.xml" Id="R009eb5b4d79d4ab8" /><Relationship Type="http://schemas.openxmlformats.org/officeDocument/2006/relationships/slide" Target="/ppt/slides/slide10.xml" Id="Rf52db3c54d4440e1" /><Relationship Type="http://schemas.openxmlformats.org/officeDocument/2006/relationships/slide" Target="/ppt/slides/slide11.xml" Id="R1188537b66ad4451" /><Relationship Type="http://schemas.openxmlformats.org/officeDocument/2006/relationships/slide" Target="/ppt/slides/slide12.xml" Id="R07eebbac752246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d4d58fcfbaa44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5ac721d6564fd1" /><Relationship Type="http://schemas.openxmlformats.org/officeDocument/2006/relationships/notesMaster" Target="/ppt/notesMasters/notesMaster1.xml" Id="R3c75c01eb58c4f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4e2a2f52b24fb2" /><Relationship Type="http://schemas.openxmlformats.org/officeDocument/2006/relationships/notesMaster" Target="/ppt/notesMasters/notesMaster1.xml" Id="R91db1481357c40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c22abfa47c46d1" /><Relationship Type="http://schemas.openxmlformats.org/officeDocument/2006/relationships/notesMaster" Target="/ppt/notesMasters/notesMaster1.xml" Id="Reca90050cfa44d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08571ed80040bf" /><Relationship Type="http://schemas.openxmlformats.org/officeDocument/2006/relationships/notesMaster" Target="/ppt/notesMasters/notesMaster1.xml" Id="R4407678412f749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791c02b83d4bb0" /><Relationship Type="http://schemas.openxmlformats.org/officeDocument/2006/relationships/notesMaster" Target="/ppt/notesMasters/notesMaster1.xml" Id="R873a42c623744f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871a043dc54384" /><Relationship Type="http://schemas.openxmlformats.org/officeDocument/2006/relationships/notesMaster" Target="/ppt/notesMasters/notesMaster1.xml" Id="R15bef045bf454f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33ec5cca314e74" /><Relationship Type="http://schemas.openxmlformats.org/officeDocument/2006/relationships/notesMaster" Target="/ppt/notesMasters/notesMaster1.xml" Id="Rb87a52f7cbba4c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675dad19294878" /><Relationship Type="http://schemas.openxmlformats.org/officeDocument/2006/relationships/notesMaster" Target="/ppt/notesMasters/notesMaster1.xml" Id="Rf1fb556abcbe43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de954c55864af2" /><Relationship Type="http://schemas.openxmlformats.org/officeDocument/2006/relationships/notesMaster" Target="/ppt/notesMasters/notesMaster1.xml" Id="R342215b377254bd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40441f338345db" /><Relationship Type="http://schemas.openxmlformats.org/officeDocument/2006/relationships/notesMaster" Target="/ppt/notesMasters/notesMaster1.xml" Id="R0dedafe81dc648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9ab5c902794d7f" /><Relationship Type="http://schemas.openxmlformats.org/officeDocument/2006/relationships/notesMaster" Target="/ppt/notesMasters/notesMaster1.xml" Id="R216333da3c33420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bf217298304fcc" /><Relationship Type="http://schemas.openxmlformats.org/officeDocument/2006/relationships/notesMaster" Target="/ppt/notesMasters/notesMaster1.xml" Id="R16f2100872e640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9914b46f094c7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af4c4c839b141ad" /><Relationship Type="http://schemas.openxmlformats.org/officeDocument/2006/relationships/slideLayout" Target="/ppt/slideLayouts/slideLayout2.xml" Id="R51452fb2a2a04d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452fb2a2a04d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54c9f418144229" /><Relationship Type="http://schemas.openxmlformats.org/officeDocument/2006/relationships/notesSlide" Target="/ppt/notesSlides/notesSlide1.xml" Id="Rd92440e822584d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2eebbc94d94188" /><Relationship Type="http://schemas.openxmlformats.org/officeDocument/2006/relationships/notesSlide" Target="/ppt/notesSlides/notesSlide2.xml" Id="Re22ea92c1cea47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33e694a7084fa9" /><Relationship Type="http://schemas.openxmlformats.org/officeDocument/2006/relationships/notesSlide" Target="/ppt/notesSlides/notesSlide3.xml" Id="R8fee4b96b23247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70325190644196" /><Relationship Type="http://schemas.openxmlformats.org/officeDocument/2006/relationships/notesSlide" Target="/ppt/notesSlides/notesSlide4.xml" Id="R92d2f0a5c2e94d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bcedd659234adf" /><Relationship Type="http://schemas.openxmlformats.org/officeDocument/2006/relationships/notesSlide" Target="/ppt/notesSlides/notesSlide5.xml" Id="Rbb99ba1e37f94f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3f2de080564800" /><Relationship Type="http://schemas.openxmlformats.org/officeDocument/2006/relationships/notesSlide" Target="/ppt/notesSlides/notesSlide6.xml" Id="Rdca775a42e0a49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1e437417ff466d" /><Relationship Type="http://schemas.openxmlformats.org/officeDocument/2006/relationships/notesSlide" Target="/ppt/notesSlides/notesSlide7.xml" Id="R48b317bee85d4b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f0e4c8e6b9454b" /><Relationship Type="http://schemas.openxmlformats.org/officeDocument/2006/relationships/notesSlide" Target="/ppt/notesSlides/notesSlide8.xml" Id="Rffbd22f81cb94a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785559527b4b39" /><Relationship Type="http://schemas.openxmlformats.org/officeDocument/2006/relationships/notesSlide" Target="/ppt/notesSlides/notesSlide9.xml" Id="Rdf4cc5dfe4b04e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1f87bfc03e49b5" /><Relationship Type="http://schemas.openxmlformats.org/officeDocument/2006/relationships/notesSlide" Target="/ppt/notesSlides/notesSlide10.xml" Id="R0ae1cc8b48c048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e174a267894a15" /><Relationship Type="http://schemas.openxmlformats.org/officeDocument/2006/relationships/notesSlide" Target="/ppt/notesSlides/notesSlide11.xml" Id="R4284e08644dc4d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be355436db496f" /><Relationship Type="http://schemas.openxmlformats.org/officeDocument/2006/relationships/notesSlide" Target="/ppt/notesSlides/notesSlide12.xml" Id="Rfc68fe919e7b4dd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DBF6D0-9323-483C-B139-3719C697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DD700-9106-468E-A106-8CE809E4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B4C71-81AB-4413-8D56-7D3AC238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8C67D-2317-4800-B382-D1A2CAED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1915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6FF"/>
          </a:solidFill>
          <a:ln xmlns:a="http://schemas.openxmlformats.org/drawingml/2006/main" w="19050">
            <a:solidFill>
              <a:srgbClr val="B8E8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6D1260-3F4A-4D1C-AFF9-2397461C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466850"/>
            <a:ext cx="21336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D9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4E64A-C2EE-412D-A137-463512F8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376C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376CFF"/>
                </a:solidFill>
                <a:latin typeface="PingFang SC"/>
                <a:ea typeface="PingFang SC"/>
                <a:cs typeface="PingFang SC"/>
              </a:rPr>
              <a:t>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2958F-3B6D-4CD0-8A21-33E8EE72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4320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Prompt  →  Prototype  →  Publish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137D59-EE5C-47CA-863A-3D25D0A7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7C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0A7C8"/>
                </a:solidFill>
                <a:latin typeface="PingFang SC"/>
                <a:ea typeface="PingFang SC"/>
                <a:cs typeface="PingFang SC"/>
              </a:rPr>
              <a:t>COURSE DECK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3303B-796E-4A8D-B2DB-57921DAB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Vibe Coding 氛围编程入门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97C32-10E6-4C5F-9CAC-5E88BF24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从工具配置到可运行原型，让学生用 AI 协作开发翻译技术应用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2CA00B-E939-4DAD-AFC7-EE5A774D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400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E6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B4E778-779C-4F55-9D73-EDBEDFEC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3505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飞书原文 · 260417 Vibe Coding氛围编程入门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F5B2D5-27F8-42F7-AE82-49ED006B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762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https://tcnuay287a46.feishu.cn/wiki/XfRiwU0Y2ifqQtkg8SScry4xnuc</a:t>
            </a:r>
          </a:p>
        </p:txBody>
      </p:sp>
    </p:spTree>
    <p:extLst>
      <p:ext uri="{BB962C8B-B14F-4D97-AF65-F5344CB8AC3E}">
        <p14:creationId xmlns:p14="http://schemas.microsoft.com/office/powerpoint/2010/main" val="12688967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2F8BB4-15C2-4193-B821-12A644A4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0A33B-C7AF-4F6D-8818-128088F8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659E8-8880-4D2E-A8B0-1B5AC7B9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C61AA-1AF8-4A05-AFCF-9C8136C0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C"/>
          </a:solidFill>
          <a:ln xmlns:a="http://schemas.openxmlformats.org/drawingml/2006/main" w="9525">
            <a:solidFill>
              <a:srgbClr val="B7E9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6372F-CBCA-4A48-8615-EB4DE705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A7C8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A7C8"/>
                </a:solidFill>
                <a:latin typeface="PingFang SC"/>
                <a:ea typeface="PingFang SC"/>
                <a:cs typeface="PingFang SC"/>
              </a:rPr>
              <a:t>Vibe Coding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E7A3D-80BF-406E-9DB8-EF7D1F06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7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7C8"/>
                </a:solidFill>
                <a:latin typeface="Aptos"/>
                <a:ea typeface="Aptos"/>
                <a:cs typeface="Aptos"/>
              </a:rPr>
              <a:t>LEARNING ARC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36EE1-5868-48DD-AB3D-84728886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课程把“安装工具”转成一条可交付的开发路径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D295B-8475-4CB5-A4A5-86554CB7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71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先完成环境准备，再用低门槛平台破冰，最后进入本地 IDE 与智能体行动项目。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CA241-8ECB-4449-95FD-315E6A72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055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319156-F2BE-4815-88B9-236C45E4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905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0B7AA-DAF9-44B1-BC29-C5E9215E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7C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A7C8"/>
                </a:solidFill>
                <a:latin typeface="PingFang SC"/>
                <a:ea typeface="PingFang SC"/>
                <a:cs typeface="PingFang SC"/>
              </a:rPr>
              <a:t>准备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768875-6CE3-428C-AC98-B7787A35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95700"/>
            <a:ext cx="1447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注册秒哒，安装 Trae / Cursor，配置 Codex 与 API key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0B805-3E75-4540-BBCB-E7218243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95700"/>
            <a:ext cx="438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60ACE7-0CBD-4D92-B08C-555104F3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29025"/>
            <a:ext cx="1524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09594C-89CD-48D2-8AA6-A4D2690B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143250"/>
            <a:ext cx="1905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8CF5D2-0EF7-4714-AE11-C8C6E90E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352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76C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76CFF"/>
                </a:solidFill>
                <a:latin typeface="PingFang SC"/>
                <a:ea typeface="PingFang SC"/>
                <a:cs typeface="PingFang SC"/>
              </a:rPr>
              <a:t>破冰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27E26E-7F1C-4970-9C11-7A61F917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695700"/>
            <a:ext cx="1447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用自然语言生成外语学习小应用，并发布链接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A793F1-48DA-4EF6-9F13-12D424DE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695700"/>
            <a:ext cx="438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267EDB-31D9-46FD-B8D1-CA686F13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629025"/>
            <a:ext cx="1524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7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A73132-6C61-4594-9A7A-A19ED29B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1905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B17A28-E734-4208-BC00-F7B4B25A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52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A06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2A06B"/>
                </a:solidFill>
                <a:latin typeface="PingFang SC"/>
                <a:ea typeface="PingFang SC"/>
                <a:cs typeface="PingFang SC"/>
              </a:rPr>
              <a:t>进阶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0D05BA-505F-4C4E-977B-4C4A04DE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95700"/>
            <a:ext cx="1447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在 Trae / Cursor / Codex 中完成可运行小项目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7BBE73-7EEA-41DC-A6F4-734EBAD2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95700"/>
            <a:ext cx="438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F84421-DB0D-4611-9435-9E46C8B3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29025"/>
            <a:ext cx="1524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295F59-B8D2-44BC-9083-16A87B3C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143250"/>
            <a:ext cx="1905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3BDFAB-B839-4A25-A4D1-88258304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352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B8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45B87"/>
                </a:solidFill>
                <a:latin typeface="PingFang SC"/>
                <a:ea typeface="PingFang SC"/>
                <a:cs typeface="PingFang SC"/>
              </a:rPr>
              <a:t>行动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EAC7D0-86FC-49A1-9A02-C2293E62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695700"/>
            <a:ext cx="1447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用 OpenClaw / DuClaw 验证智能体执行与文件读写能力</a:t>
            </a:r>
          </a:p>
        </p:txBody>
      </p:sp>
    </p:spTree>
    <p:extLst>
      <p:ext uri="{BB962C8B-B14F-4D97-AF65-F5344CB8AC3E}">
        <p14:creationId xmlns:p14="http://schemas.microsoft.com/office/powerpoint/2010/main" val="3375881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AB94FE-BDEC-49B0-90FA-5AB43C2F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53613-CCEF-46AB-9604-E3EFFFFF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604E3-4090-4FFE-9BD8-0CDF8C87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E62BD-9199-4FD4-91F0-B2259F7C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C"/>
          </a:solidFill>
          <a:ln xmlns:a="http://schemas.openxmlformats.org/drawingml/2006/main" w="9525">
            <a:solidFill>
              <a:srgbClr val="B7E9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36A1A-4995-4B10-B0CA-12A6A182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A7C8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A7C8"/>
                </a:solidFill>
                <a:latin typeface="PingFang SC"/>
                <a:ea typeface="PingFang SC"/>
                <a:cs typeface="PingFang SC"/>
              </a:rPr>
              <a:t>Vibe Coding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2DBD6-AF08-47A8-BB3C-F1A13196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7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7C8"/>
                </a:solidFill>
                <a:latin typeface="Aptos"/>
                <a:ea typeface="Aptos"/>
                <a:cs typeface="Aptos"/>
              </a:rPr>
              <a:t>BEFORE CLASS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2DB94-38D2-4462-9A24-BCCA67B5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课前准备聚焦六个入口，避免上课时间被环境卡住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D9B587-F565-4035-A92C-C4F308BE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71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源文档明确要求完成平台注册、软件安装、API key 获取与安装包下载。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ECC43-CFB8-481C-A622-ADBB0702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055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1A0E2-4442-41B1-95C1-B5E5616B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28875"/>
            <a:ext cx="476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B2B46A-FE72-4523-AF42-188E8C6F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7652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868E71-F7DD-4C92-88BF-4E5F8849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6193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秒哒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8E84D6-33F9-4152-AB3A-D2057B6B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905125"/>
            <a:ext cx="3600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注册 miaoda.cn，准备一句话生成应用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E63055-4C32-4C36-B0F7-779DBA6C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28875"/>
            <a:ext cx="476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24377B-A053-4F06-984A-C6B4A108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7652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0B2FD0-B02C-4C1D-8368-64AF7CA2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6193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Trae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4957BA-159C-4BBE-853D-47A0EFAE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905125"/>
            <a:ext cx="3600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安装并注册，能打开成功页面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75AC5C-C7A9-46D1-A90C-C53947FB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476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685DC8-CB7E-4677-8D29-5D9194EC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952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FEF848-1859-4B70-8D6C-59A2B7A5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7623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Cursor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5F2C45-8AD9-4CA4-A406-56330897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048125"/>
            <a:ext cx="3600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安装登录，准备完成一个小项目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414F6E-A922-487A-A6F6-F638CE54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71875"/>
            <a:ext cx="476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1CF35C-9056-47B7-8E1E-E96F8E40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1952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5B8C65-A40E-48DF-8972-1E0006C7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7623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Codex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15B429-BB05-49D6-ADED-7A651C60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048125"/>
            <a:ext cx="3600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完成安装配置，跑通基础编程流程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B8A546-02CD-4AB9-A333-659CD404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14875"/>
            <a:ext cx="476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817D1D-6F87-495D-B7D2-5E44815F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CC9FBC-5657-42D9-A2A8-0AECDD75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9053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API key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93FEB0-A5B5-4948-9033-04BB8A45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5191125"/>
            <a:ext cx="3600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从指定渠道获取 key，并完成 CC Switch 配置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60C766-45EC-4DC2-9528-BB041EF0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14875"/>
            <a:ext cx="476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39FFBA-755A-4FE5-9449-C9D907F7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6252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34945B-1701-42E3-8652-12D06A4F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9053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安装包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53F2BA-1F48-4D6F-94A0-6C9D9750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191125"/>
            <a:ext cx="3600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按飞书原文提供的百度网盘链接准备离线安装包</a:t>
            </a:r>
          </a:p>
        </p:txBody>
      </p:sp>
    </p:spTree>
    <p:extLst>
      <p:ext uri="{BB962C8B-B14F-4D97-AF65-F5344CB8AC3E}">
        <p14:creationId xmlns:p14="http://schemas.microsoft.com/office/powerpoint/2010/main" val="17865982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11404D-4ACA-43B3-B886-0B1711A4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CAFF6-F5FB-4764-8241-7EE0C70F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3BF69-466C-445B-8DC9-90364152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03C600-80B0-48DD-AF65-54256361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C"/>
          </a:solidFill>
          <a:ln xmlns:a="http://schemas.openxmlformats.org/drawingml/2006/main" w="9525">
            <a:solidFill>
              <a:srgbClr val="B7E9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6E3A6-F78B-49AC-9BBF-36655A16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A7C8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A7C8"/>
                </a:solidFill>
                <a:latin typeface="PingFang SC"/>
                <a:ea typeface="PingFang SC"/>
                <a:cs typeface="PingFang SC"/>
              </a:rPr>
              <a:t>Vibe Coding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4FE3C-FF95-4F74-80D5-B3BDAEF9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7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7C8"/>
                </a:solidFill>
                <a:latin typeface="Aptos"/>
                <a:ea typeface="Aptos"/>
                <a:cs typeface="Aptos"/>
              </a:rPr>
              <a:t>TOOL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C5351F-8604-4C7E-A487-A21E3B92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工具矩阵覆盖无代码、AI IDE、命令式 Agent 与行动智能体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39A3E9-ADF8-473E-96A0-D07CEC30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71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不同平台不是替代关系，而是从低门槛到高掌控度的连续训练场。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001DE-EFF2-4D88-A509-C7750D8B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055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56D86-958D-48E8-B9AA-AF96CB32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09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C7E7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58E47-7E18-4715-B6B3-68FD3419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工具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1D6D6-D648-4E48-8FF8-FE8683C2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定位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C79A3-3BE5-432A-8C9C-E91BD366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81250"/>
            <a:ext cx="519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课堂用途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E44AE-595D-464A-9F7D-9348B4F4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D4953-BF05-43AA-9A3F-7323B7BD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秒哒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DAFF4E-958F-43E5-ADE2-4FFCCFE4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33700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无代码应用创建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025D0A-DCF6-40C1-850C-3195F0BE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33700"/>
            <a:ext cx="519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外语学习类小应用破冰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E4E24F-286C-4714-AF73-485858E5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E8F2D2-A937-441B-864C-D57578D7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Trae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06D8FE-974F-4654-AF0A-9B50CE3C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86150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AI 编程环境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7E09C7-840F-4372-8F21-31E67616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486150"/>
            <a:ext cx="519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安装、登录、截图与基础项目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C4815A-5679-449C-8683-6E482A54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6FDF81-10D5-4DF5-8E79-606BE1E9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Cursor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B22A36-9B5B-49B1-B9A6-69B17B69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38600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AI IDE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C5AE7A-1EDA-484F-B393-2625BB6C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038600"/>
            <a:ext cx="519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小项目构建与代码迭代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5664AF-90EA-4F0C-89E0-B0F46BD5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7FCAE6-182A-4105-BF6F-A69A90A4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Codex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36FC42-29CE-4973-9C4E-65781CEC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91050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命令式编程代理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9A877F-F141-4556-B215-7D7AA396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591050"/>
            <a:ext cx="519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跑通任务、理解文件与终端协作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3230D2-E01E-4B1E-8ED0-6BDB94AD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45ED31-A08E-479E-8DD5-60C0C5AB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Antigravity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771910-2062-405B-9FC4-0AE58BDA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43500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多智能体并行平台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67A2D3-1685-42FA-A6D9-08884DA8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143500"/>
            <a:ext cx="519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比较多 Agent 协作方式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D813A4-75CC-4DAF-B47E-36C55499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867C09-1857-4BA0-A16C-CB065483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959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OpenClaw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9E3436-BFA7-42F1-9E69-02E72DE1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95950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行动型开源智能体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92D8D1-B677-4B32-A4E3-FE9E3A67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695950"/>
            <a:ext cx="519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验证浏览器、文件、工具调用能力</a:t>
            </a:r>
          </a:p>
        </p:txBody>
      </p:sp>
    </p:spTree>
    <p:extLst>
      <p:ext uri="{BB962C8B-B14F-4D97-AF65-F5344CB8AC3E}">
        <p14:creationId xmlns:p14="http://schemas.microsoft.com/office/powerpoint/2010/main" val="60958174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D13314-48BE-4556-9ECC-646B83C5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3DAB5-DD1A-4C8A-97B5-BC8DC268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5380D-2BEC-4F41-85CE-3A2186A8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2676F-8D54-43DB-B524-A3DCAD32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C"/>
          </a:solidFill>
          <a:ln xmlns:a="http://schemas.openxmlformats.org/drawingml/2006/main" w="9525">
            <a:solidFill>
              <a:srgbClr val="B7E9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53988-4E94-4BC6-9071-963E39E7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A7C8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A7C8"/>
                </a:solidFill>
                <a:latin typeface="PingFang SC"/>
                <a:ea typeface="PingFang SC"/>
                <a:cs typeface="PingFang SC"/>
              </a:rPr>
              <a:t>Vibe Coding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D260A-39FE-4CD5-A9A0-879E0D89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7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7C8"/>
                </a:solidFill>
                <a:latin typeface="Aptos"/>
                <a:ea typeface="Aptos"/>
                <a:cs typeface="Aptos"/>
              </a:rPr>
              <a:t>VIBE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3CC9C-2930-4878-980F-12C588D6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Vibe Coding 的核心不是“替你写代码”，而是持续对齐意图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C2728-13BE-46CA-8FBC-9AFF805B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71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学生需要学会把想法讲清楚、把结果跑起来、把错误反馈回去。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C66330-62EA-43FD-9B21-20B7238B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055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1281B-7959-4F57-946B-02D468EB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76550"/>
            <a:ext cx="2171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52702-F45E-442B-93B6-8781051F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861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CA6BFE-9331-453D-A575-84BB3E9C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718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574FC-B1E4-49ED-B66B-E61208AE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861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描述目标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E2C1F-E3C6-498E-AAD3-1EA6FF10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718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说明用户、场景、输入输出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BFB155-FBBE-4026-844F-9D2AC078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47900"/>
            <a:ext cx="2171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A4EFB8-49E6-43F4-A63F-AA182888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574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32C8B5-42B1-4EE3-B8E9-F15680E2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4317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851031-BA82-42CD-A52D-E9D62C59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574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生成原型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000952-1176-4A22-AB3E-46765AF4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4320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让 AI 先搭出最小可运行版本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6714D7-B313-47EC-9A14-1E5FEB80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76550"/>
            <a:ext cx="2171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D82E4F-0BFB-45E0-95F8-34D8D8F4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0861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890DDD-6DE1-4CED-A7A4-0DA4A186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718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1491F8-28D1-425B-B79F-90F80588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0861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运行观察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3CA28C-7390-492E-BB59-92F0676D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3718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截图、报错、终端输出都是反馈材料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38509B-4B1F-409C-8568-8E387BB3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72050"/>
            <a:ext cx="2171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E91495-F255-4732-89CF-E8EC62B4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1816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1C52AD-276E-42B3-A6D2-876ED2F1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2673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07007C-D1CA-424A-B7A4-36A474A2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816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迭代优化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BB0710-6641-4653-A879-9E3B0DCD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673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补充约束、修复问题、提升体验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30B85C-2F7A-4675-98BB-11E08D63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972050"/>
            <a:ext cx="2171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2936FB-15FE-43BC-A44C-8F2B1313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816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E99EFA-D61A-4F13-AB7F-83D94BA5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673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43FB4F-E7DD-4BE0-8427-AC9190CD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1816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发布复盘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E4FB7A-5DA4-4B68-9CE5-7CF5A324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673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提交链接、截图、代码与经验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694119-5F56-454F-B0E7-1B0A7D00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00450"/>
            <a:ext cx="1104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B"/>
          </a:solidFill>
          <a:ln xmlns:a="http://schemas.openxmlformats.org/drawingml/2006/main" w="9525">
            <a:solidFill>
              <a:srgbClr val="B8E8F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FDE7BE-B17C-42A6-8D00-687BA064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71900"/>
            <a:ext cx="800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7C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A7C8"/>
                </a:solidFill>
                <a:latin typeface="PingFang SC"/>
                <a:ea typeface="PingFang SC"/>
                <a:cs typeface="PingFang SC"/>
              </a:rPr>
              <a:t>反馈</a:t>
            </a:r>
          </a:p>
          <a:p xmlns:a="http://schemas.openxmlformats.org/drawingml/2006/main">
            <a:pPr algn="ctr">
              <a:defRPr sz="1800" b="1">
                <a:solidFill>
                  <a:srgbClr val="00A7C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A7C8"/>
                </a:solidFill>
                <a:latin typeface="PingFang SC"/>
                <a:ea typeface="PingFang SC"/>
                <a:cs typeface="PingFang SC"/>
              </a:rPr>
              <a:t>循环</a:t>
            </a:r>
          </a:p>
        </p:txBody>
      </p:sp>
    </p:spTree>
    <p:extLst>
      <p:ext uri="{BB962C8B-B14F-4D97-AF65-F5344CB8AC3E}">
        <p14:creationId xmlns:p14="http://schemas.microsoft.com/office/powerpoint/2010/main" val="19949607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7A5F9A-96F0-4B14-97D0-99AB4FF4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0482C-C787-4955-A6E4-A73ADC21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3ADB0-AD4D-4FF4-9915-3DCD256D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90117-714B-49CA-8BBC-8C27779A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C"/>
          </a:solidFill>
          <a:ln xmlns:a="http://schemas.openxmlformats.org/drawingml/2006/main" w="9525">
            <a:solidFill>
              <a:srgbClr val="B7E9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04736-B842-44BE-B338-BAEC504B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A7C8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A7C8"/>
                </a:solidFill>
                <a:latin typeface="PingFang SC"/>
                <a:ea typeface="PingFang SC"/>
                <a:cs typeface="PingFang SC"/>
              </a:rPr>
              <a:t>Vibe Coding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2CE12-2B9B-4395-A34C-D44AF332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7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7C8"/>
                </a:solidFill>
                <a:latin typeface="Aptos"/>
                <a:ea typeface="Aptos"/>
                <a:cs typeface="Aptos"/>
              </a:rPr>
              <a:t>CHECKPOINT 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41767-86D4-405F-8E46-B398A58A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秒哒练习用“一句话应用”降低第一道门槛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CC1D0-3425-40ED-89CB-F22B5B96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71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文档要求学生设计一个外语学习类小应用，并提交截图或链接。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3289ED-4155-45EA-96A2-CD90FC50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055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9A12F-3885-42C5-95F1-220B86B9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381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C5E9F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753BA-2011-4FDB-B659-9AD1048C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0"/>
            <a:ext cx="3638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让学生先体验“用自然语言表达产品想法”的效率。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F80DD-9C26-419A-B16B-2BF2260F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386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89F6FD-86DD-47D4-A05F-68E48E43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2432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低门槛 · 快反馈 · 可展示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1CFAAC-84F9-47D0-9278-0A9AE2EA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765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841853-5336-4E73-9EDF-C7D279D2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05075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应用主题围绕外语学习：词汇、口语、听力、翻译或复习均可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6EC504-0E23-4692-907D-9D12ECF0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147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6ABA2D-4500-4E95-80FB-574872D5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43275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提交物包括应用截图、发布链接或登记到在线表格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C6DB2D-253B-4DE9-BFB0-583B81BD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529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BCFEFA-829F-4B78-82C1-A4D9890E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81475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评价重点不在代码，而在需求表达、页面可用性与迭代记录</a:t>
            </a:r>
          </a:p>
        </p:txBody>
      </p:sp>
    </p:spTree>
    <p:extLst>
      <p:ext uri="{BB962C8B-B14F-4D97-AF65-F5344CB8AC3E}">
        <p14:creationId xmlns:p14="http://schemas.microsoft.com/office/powerpoint/2010/main" val="11535442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3BA0E5-D222-4E51-ADC5-1DD9FE21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4777D-49F0-4B91-83F3-C2F4571C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C435A-A810-43F9-BA3F-936330AD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9D8E5-B060-45FD-BF3E-38A53306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C"/>
          </a:solidFill>
          <a:ln xmlns:a="http://schemas.openxmlformats.org/drawingml/2006/main" w="9525">
            <a:solidFill>
              <a:srgbClr val="B7E9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FBA65-A511-4DDD-9BA6-EF3375EF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A7C8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A7C8"/>
                </a:solidFill>
                <a:latin typeface="PingFang SC"/>
                <a:ea typeface="PingFang SC"/>
                <a:cs typeface="PingFang SC"/>
              </a:rPr>
              <a:t>Vibe Coding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92478-30C2-4D5F-9666-E25C4F7C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7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7C8"/>
                </a:solidFill>
                <a:latin typeface="Aptos"/>
                <a:ea typeface="Aptos"/>
                <a:cs typeface="Aptos"/>
              </a:rPr>
              <a:t>CHECKPOINT 02-04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80AD52-5233-4618-A0F2-650ECA53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Trae、Cursor、Codex 让学生进入真实开发工作流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8B0D4-6034-4379-AFA2-FD29D909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71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三个核查点共同验证：软件可用、项目可跑、AI 与本地文件协作顺畅。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F0E89-9FD7-48FF-8580-A40DDED2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055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EED0F7-F28C-46DB-B935-C651066C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458A1-14D8-4FF3-BEFE-A7D76469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813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592409-4A77-4308-B028-9EE12C6E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Trae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44616-9EB4-41E2-8022-86BF9BDF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安装使用成功页面截图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A575DE-D519-4741-B972-50356CD8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确认工具入口与账号状态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943BF0-EF30-4EFB-B309-112588D4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1460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B5AE07-59AF-4E6A-9C05-AF8C6B6B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813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0D7E0F-6BFB-4D99-8B4F-7E408806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576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Cursor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6ECAAE-CD4F-4404-8B9E-D3435153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登录并完成小项目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18301F-47C2-4A29-B924-3CC7CBF7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291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体验 AI IDE 的补全、解释与修改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210DC7-5832-4128-965C-1FBB6E1E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1460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BB56A8-8442-4797-B2FB-42734831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2E6B58-E8CA-4B36-AA63-D34272FF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576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Codex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B4C57F-5D80-4439-99A6-662CF116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编程跑通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7D7EA9-D68D-478F-B83A-152C5276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291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理解命令、文件、测试与迭代反馈</a:t>
            </a:r>
          </a:p>
        </p:txBody>
      </p:sp>
    </p:spTree>
    <p:extLst>
      <p:ext uri="{BB962C8B-B14F-4D97-AF65-F5344CB8AC3E}">
        <p14:creationId xmlns:p14="http://schemas.microsoft.com/office/powerpoint/2010/main" val="15547890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E6D41E-B31B-4404-9187-02EC31BF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7BE05-FA5F-4DE3-B2FE-6BF34D48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C2254-8F1B-40AB-B9D0-87986B63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1FBFA-CA62-4677-A499-FC2594FD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C"/>
          </a:solidFill>
          <a:ln xmlns:a="http://schemas.openxmlformats.org/drawingml/2006/main" w="9525">
            <a:solidFill>
              <a:srgbClr val="B7E9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E9319-103D-4B50-846A-59ADB13B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A7C8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A7C8"/>
                </a:solidFill>
                <a:latin typeface="PingFang SC"/>
                <a:ea typeface="PingFang SC"/>
                <a:cs typeface="PingFang SC"/>
              </a:rPr>
              <a:t>Vibe Coding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38E20-9AA3-4BBA-BF36-A8D64A3C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7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7C8"/>
                </a:solidFill>
                <a:latin typeface="Aptos"/>
                <a:ea typeface="Aptos"/>
                <a:cs typeface="Aptos"/>
              </a:rPr>
              <a:t>ACTION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F081F-F622-4DC5-91DC-BFBB0E92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OpenClaw / DuClaw 实战把“对话模型”推进到“行动智能体”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C4A02-F719-4F3A-A72E-BB7F0030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71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源文档强调 OpenClaw 的核心能力在于“行动”，课堂练习验证本地文件读写与任务执行。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32F1D-5786-455B-B1F9-65F4473E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055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23DD20-61B2-4002-A369-905553A3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D9884C-8E70-4D9E-A49E-694FD20F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337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7C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A7C8"/>
                </a:solidFill>
                <a:latin typeface="PingFang SC"/>
                <a:ea typeface="PingFang SC"/>
                <a:cs typeface="PingFang SC"/>
              </a:rPr>
              <a:t>指令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453C35-1FB2-49BA-B981-8A61E231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956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描述目标与约束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95F5F7-FB5E-4380-B5BB-3068D7BE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18135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39F19E-4D91-41C5-9142-7B4287F2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8605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A43D4B-217A-45D1-A758-3A309C0C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337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76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76CFF"/>
                </a:solidFill>
                <a:latin typeface="PingFang SC"/>
                <a:ea typeface="PingFang SC"/>
                <a:cs typeface="PingFang SC"/>
              </a:rPr>
              <a:t>规划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172C66-9CF1-45B3-9CA8-8085373A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956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拆解步骤与工具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692E72-45A0-48A5-9572-0E3B5B7B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18135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8B632-5623-4F2F-AADB-40B21CD3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8605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F24EEB-DF11-43E3-8DC6-94B2F355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337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A06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2A06B"/>
                </a:solidFill>
                <a:latin typeface="PingFang SC"/>
                <a:ea typeface="PingFang SC"/>
                <a:cs typeface="PingFang SC"/>
              </a:rPr>
              <a:t>行动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1DA793-12A4-4003-8D13-9617F167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956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操作浏览器/文件/终端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F62B68-9B95-45EE-A6E9-F657FCEA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18135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0E31E5-4AF7-49B2-87A6-9F5A8B2E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8605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D46C02-FE17-40C8-8D0C-BA6DF99F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337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5B8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45B87"/>
                </a:solidFill>
                <a:latin typeface="PingFang SC"/>
                <a:ea typeface="PingFang SC"/>
                <a:cs typeface="PingFang SC"/>
              </a:rPr>
              <a:t>验证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DD321D-425E-433A-96FF-2FCB05C9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956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读取结果并修正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5005C3-5AC0-4405-A7C6-A518F637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400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CEE8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6BA275-0843-402F-9E82-6C6197B1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10100"/>
            <a:ext cx="3476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可用 AutoClaw、StepClaw、DuClaw 等平台作对比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CBDCCA-1B25-460C-8DF0-21B7BE96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57700"/>
            <a:ext cx="400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CEE8F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B5A18F-537B-4FA1-B98C-26663746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10100"/>
            <a:ext cx="3476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课堂重点：权限边界、文件读写范围、结果可验证性</a:t>
            </a:r>
          </a:p>
        </p:txBody>
      </p:sp>
    </p:spTree>
    <p:extLst>
      <p:ext uri="{BB962C8B-B14F-4D97-AF65-F5344CB8AC3E}">
        <p14:creationId xmlns:p14="http://schemas.microsoft.com/office/powerpoint/2010/main" val="60803272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7F89F8-72FE-4B2E-87D4-2B87881B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EBAEB-6A0A-407F-8661-508D32D6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4F451-64AC-485E-B467-85480964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8A056-2DBE-485E-9E18-675B4524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C"/>
          </a:solidFill>
          <a:ln xmlns:a="http://schemas.openxmlformats.org/drawingml/2006/main" w="9525">
            <a:solidFill>
              <a:srgbClr val="B7E9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4B013-2F4E-4AAC-B21B-B382D43E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A7C8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A7C8"/>
                </a:solidFill>
                <a:latin typeface="PingFang SC"/>
                <a:ea typeface="PingFang SC"/>
                <a:cs typeface="PingFang SC"/>
              </a:rPr>
              <a:t>Vibe Coding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1F0D9-71D3-44E7-AEFB-8F56893D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7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7C8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5B005-2C4A-48ED-8E32-83D638F3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核查点要收“证据”，不是只收一句完成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BDD31-B7FB-40D9-90CE-2874B8F8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71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每个练习都应留下可复查的截图、链接、运行记录或项目文件。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8C5AB-4C99-451D-B95E-909043A2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055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0398E-9A7D-4296-AEAC-FD6727F6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43183E-A17B-49FC-B97D-A4ABF5D7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90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F806BC-F346-496D-87FC-8B45F05C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43175"/>
            <a:ext cx="1000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秒哒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9EB818-7604-41CD-B1CD-1B3FE887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622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小应用截图 / 链接 / 表格登记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8F3CD-166E-40AD-86AC-92CE7472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38125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586C6B-A200-4940-A6E3-1D09DFE0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590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4F0701-DD8D-4ACA-BC1A-E008A74B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543175"/>
            <a:ext cx="1000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Trae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8E7A55-3ADA-4784-931D-47574B9E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622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安装使用成功页面截图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7DF1BE-424F-4783-A9C8-18EFB9A2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4EB33F-ABA3-4D16-ADD1-DC041FC0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1D174A-1BB7-458A-B86F-FDBF0527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38525"/>
            <a:ext cx="1000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Cursor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99E197-0C38-444A-894B-C6655E55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5757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登录状态 + 小项目成果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138FDA-21B4-4151-8119-973DADB4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2766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2197CA-96C9-40A9-92A0-1EBBFD12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486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D1EB13-599C-42EB-9710-7F45891F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438525"/>
            <a:ext cx="1000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Codex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D96834-4068-425A-9B3B-94E2B9F0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5757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终端运行记录 + 代码文件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2FF1EF-DAD8-4B22-BD55-4D209E5E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874E99-8A3B-432C-85AF-256AAF75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81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93B731-9A9E-4402-B8E1-235DF419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33875"/>
            <a:ext cx="1000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DuClaw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DA4829-2AA4-49A5-97E3-E62EFDC7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529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云养小龙虾成功 + 本地文件读写证明</a:t>
            </a:r>
          </a:p>
        </p:txBody>
      </p:sp>
    </p:spTree>
    <p:extLst>
      <p:ext uri="{BB962C8B-B14F-4D97-AF65-F5344CB8AC3E}">
        <p14:creationId xmlns:p14="http://schemas.microsoft.com/office/powerpoint/2010/main" val="170488308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D77078-EA40-460C-95C9-42657BB3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1514A-1DE2-48CF-9A03-9E96FB3E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3ADE9-F936-4BF6-A483-9C4ADDB2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91E78-4A28-4F96-A939-940FAB56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C"/>
          </a:solidFill>
          <a:ln xmlns:a="http://schemas.openxmlformats.org/drawingml/2006/main" w="9525">
            <a:solidFill>
              <a:srgbClr val="B7E9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476EF-9F92-43B6-9D54-5C3B4C15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A7C8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A7C8"/>
                </a:solidFill>
                <a:latin typeface="PingFang SC"/>
                <a:ea typeface="PingFang SC"/>
                <a:cs typeface="PingFang SC"/>
              </a:rPr>
              <a:t>Vibe Coding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7BFDA-252E-41A3-8166-A33AB792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7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7C8"/>
                </a:solidFill>
                <a:latin typeface="Aptos"/>
                <a:ea typeface="Aptos"/>
                <a:cs typeface="Aptos"/>
              </a:rPr>
              <a:t>TEACHING 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FB1B43-D65D-43CB-A35D-AE3CB68D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课堂组织要把“炫技”拉回到可复盘的工程过程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E22F6-2CB7-4973-A82B-2D5B0832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71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好的 Vibe Coding 练习不是一次性生成，而是围绕需求、约束、反馈和风险控制反复打磨。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0C0AD-4037-4567-A031-D20E638D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055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E317A-8E44-41F0-BB62-F0B93E7B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2DC588-0BE4-400B-875C-AF41AEB2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76C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76CFF"/>
                </a:solidFill>
                <a:latin typeface="PingFang SC"/>
                <a:ea typeface="PingFang SC"/>
                <a:cs typeface="PingFang SC"/>
              </a:rPr>
              <a:t>教师引导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7EFFA-5DAA-4070-A76D-37D7843F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14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9EC5D-D7B6-4912-9AEA-0138D0DB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19450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限定场景：外语学习或翻译技术应用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2319BB-B583-467A-AA6B-3EC60447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67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89DADE-F748-40DA-9D66-0CA68C92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71900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要求保留提示词、截图、报错和修改记录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F6F56-C344-4471-A37F-32834F96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9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B7E8B1-2807-40A3-B2DC-0209B0CA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24350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提醒 API key、个人数据与文件权限边界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4264DC-CBA5-44C5-8700-CD9371DA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063F02-F87C-4686-A467-0F162915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860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A06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2A06B"/>
                </a:solidFill>
                <a:latin typeface="PingFang SC"/>
                <a:ea typeface="PingFang SC"/>
                <a:cs typeface="PingFang SC"/>
              </a:rPr>
              <a:t>学生产出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FDCD3C-F7E5-4153-B2B7-23741936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14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1321CE-EE85-437F-AE7A-855120C4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19450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一个能打开、能演示的原型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EE5B25-1AD6-4CA2-9D45-6396C666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67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3DDFA8-1BD1-4643-86C5-67D99110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71900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一份说明：目标用户、功能、操作步骤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18048D-5325-4BEE-BD05-F229E61E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19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7FE86A-0CB0-4863-A4A3-EFFBB9E0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24350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一次复盘：AI 有效在哪里，哪里需要人工判断</a:t>
            </a:r>
          </a:p>
        </p:txBody>
      </p:sp>
    </p:spTree>
    <p:extLst>
      <p:ext uri="{BB962C8B-B14F-4D97-AF65-F5344CB8AC3E}">
        <p14:creationId xmlns:p14="http://schemas.microsoft.com/office/powerpoint/2010/main" val="45016568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CEBDE7-3C01-42A1-B859-1B4125DC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8CEBE-4ADE-47DE-A8C8-4DA7D725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3C7BC-34F1-493C-804B-0D3EA88F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B2246-AE0F-4744-A5AD-8971B4AD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C"/>
          </a:solidFill>
          <a:ln xmlns:a="http://schemas.openxmlformats.org/drawingml/2006/main" w="9525">
            <a:solidFill>
              <a:srgbClr val="B7E9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C2E3E-A540-4F4A-8671-D6BD45AE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A7C8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A7C8"/>
                </a:solidFill>
                <a:latin typeface="PingFang SC"/>
                <a:ea typeface="PingFang SC"/>
                <a:cs typeface="PingFang SC"/>
              </a:rPr>
              <a:t>Vibe Coding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9EA5B-2AFD-4FE7-8460-8E6C1803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7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7C8"/>
                </a:solidFill>
                <a:latin typeface="Aptos"/>
                <a:ea typeface="Aptos"/>
                <a:cs typeface="Aptos"/>
              </a:rPr>
              <a:t>TRANSLATION TECH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0A5D6-5DB2-49FA-B6D8-735BD036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最终目标是把 Vibe Coding 转化为翻译技术应用研发能力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8FB4D-8717-4934-A8A4-3BEF19CF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71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课程可以自然延伸到术语查询、译后编辑、语料清洗、口译训练等应用原型。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2B090-37A1-443C-87E8-50A71DAF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055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91788-2900-447D-A0D9-84E2F23E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476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C0038-CE8E-4182-B86F-5699078E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7EB61-83DF-4C05-9B43-FD431DFD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051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术语助手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02D008-5D19-4A4A-9367-86B8DC2F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28950"/>
            <a:ext cx="3190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术语库查询、例句生成、术语一致性提醒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77ABFD-7BB6-4A38-A8DA-6C512325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57450"/>
            <a:ext cx="476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AC4D37-14EB-4DD9-9249-3BF64A8E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5146D-54B0-48D1-8521-171A96ED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51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译后编辑面板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63E5C1-4134-4265-A24B-AFF567AF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28950"/>
            <a:ext cx="3190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原文、机译、修改建议与质量标签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F59428-AC1E-4C5A-831A-23DA612F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476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3AD0B4-717E-4ECC-B005-F9ADA94A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814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D69E6D-7E6B-423A-BE46-6126E403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9624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语料清洗工具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432F6F-6741-4673-B763-09ED4896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86250"/>
            <a:ext cx="3190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去重、对齐、标签化与质量检查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758104-1E7E-4A01-A628-DF9DEEC4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14750"/>
            <a:ext cx="476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BC7437-950A-4E26-BC63-C576E1C3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814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292A70-8CD2-457B-85FE-7284C942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624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口译训练仪表盘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1F869F-CE4B-4728-9224-4592A896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86250"/>
            <a:ext cx="3190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音频转写、反馈、复盘与学习记录</a:t>
            </a:r>
          </a:p>
        </p:txBody>
      </p:sp>
    </p:spTree>
    <p:extLst>
      <p:ext uri="{BB962C8B-B14F-4D97-AF65-F5344CB8AC3E}">
        <p14:creationId xmlns:p14="http://schemas.microsoft.com/office/powerpoint/2010/main" val="109159615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A739F6-FD0F-497B-8ADD-3BC917D4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EBFD2-6C06-46F1-9D53-8D89BABC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A1E62-B65C-4AAF-8CD7-F24F3E3A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5713F-23AC-4A0C-9DFA-A9894EBA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C"/>
          </a:solidFill>
          <a:ln xmlns:a="http://schemas.openxmlformats.org/drawingml/2006/main" w="9525">
            <a:solidFill>
              <a:srgbClr val="B7E9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72CFA-EB48-458F-BB19-AE7C494B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A7C8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A7C8"/>
                </a:solidFill>
                <a:latin typeface="PingFang SC"/>
                <a:ea typeface="PingFang SC"/>
                <a:cs typeface="PingFang SC"/>
              </a:rPr>
              <a:t>Vibe Coding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5D90C-3270-4101-9338-0B440873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7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7C8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0B022-5ED1-4182-B196-DEB00670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原始资料链接保留为课程来源标签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BD0E6-D968-40A2-A974-79F8EA7F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71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网页端会以“飞书原文”标签保留源链接，PPT 内也保留来源与后续任务提示。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E7023-C98A-4E46-89A2-9C8DDD57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055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8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D6B82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7297A-D71A-4506-8751-EEEEC76E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8953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BDE7F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68858E-55AC-4524-A936-C35B5AA1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098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A7C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A7C8"/>
                </a:solidFill>
                <a:latin typeface="PingFang SC"/>
                <a:ea typeface="PingFang SC"/>
                <a:cs typeface="PingFang SC"/>
              </a:rPr>
              <a:t>飞书原文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7A416D-B913-4FB3-8544-DC07E8D1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479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https://tcnuay287a46.feishu.cn/wiki/XfRiwU0Y2ifqQtkg8SScry4xnuc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4C2D59-6F01-4F07-8A59-BFE8463A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481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3583DA-8A9B-47D5-9111-C5B77009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10000"/>
            <a:ext cx="752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学生先看 PPT，把练习目标和证据清单弄清楚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A25493-8CFB-41A7-B8DA-C12CC06B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386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EEA26B-4BF2-4017-9919-12F45D6F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00550"/>
            <a:ext cx="752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再打开飞书原文查看安装包、平台链接和课堂补充资料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2062E1-539F-4789-BF33-E0635A68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292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0E3FCE-F295-4B08-B700-A5A82331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91100"/>
            <a:ext cx="752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03A"/>
                </a:solidFill>
                <a:latin typeface="PingFang SC"/>
                <a:ea typeface="PingFang SC"/>
                <a:cs typeface="PingFang SC"/>
              </a:rPr>
              <a:t>最后把作品链接、截图和复盘提交到课程交流区</a:t>
            </a:r>
          </a:p>
        </p:txBody>
      </p:sp>
    </p:spTree>
    <p:extLst>
      <p:ext uri="{BB962C8B-B14F-4D97-AF65-F5344CB8AC3E}">
        <p14:creationId xmlns:p14="http://schemas.microsoft.com/office/powerpoint/2010/main" val="15110300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2026-05-25T06:42:21.0790000Z</dcterms:created>
  <dcterms:modified xsi:type="dcterms:W3CDTF">2026-05-25T06:42:21.0790000Z</dcterms:modified>
</coreProperties>
</file>